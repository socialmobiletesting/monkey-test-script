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586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34627-0717-AD8B-3333-5814482E2E8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69112" y="6672580"/>
            <a:ext cx="76565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Confidential. Proprietary information that may not be used or disclosed outside of NEXA and its affiliates except pursuant to a written agreement. Copyright © NEXA.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OEM Configuration Validation –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validation of Android device configuration</a:t>
            </a:r>
          </a:p>
          <a:p>
            <a:r>
              <a:t>against MDM policy schema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MDM sends policy → Device applies it</a:t>
            </a:r>
          </a:p>
          <a:p>
            <a:endParaRPr/>
          </a:p>
          <a:p>
            <a:r>
              <a:t>How do we prove the device really applied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Schema-driven validation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API = expected configuration</a:t>
            </a:r>
          </a:p>
          <a:p>
            <a:pPr marL="0" indent="0">
              <a:buNone/>
            </a:pPr>
            <a:r>
              <a:rPr dirty="0"/>
              <a:t>• Device log = actual state</a:t>
            </a:r>
          </a:p>
          <a:p>
            <a:pPr marL="0" indent="0">
              <a:buNone/>
            </a:pPr>
            <a:r>
              <a:rPr dirty="0"/>
              <a:t>• Automated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Color Cover">
            <a:extLst>
              <a:ext uri="{FF2B5EF4-FFF2-40B4-BE49-F238E27FC236}">
                <a16:creationId xmlns:a16="http://schemas.microsoft.com/office/drawing/2014/main" id="{FDDE486D-EC09-4733-AE74-2A4C40543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578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EE1D2D-BC0B-46D1-9F03-BBE8CD24B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4548176" cy="6858000"/>
            <a:chOff x="651279" y="598259"/>
            <a:chExt cx="10889442" cy="5680742"/>
          </a:xfrm>
        </p:grpSpPr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06DE9A07-2825-4373-B4B2-F947E3EA7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Color">
              <a:extLst>
                <a:ext uri="{FF2B5EF4-FFF2-40B4-BE49-F238E27FC236}">
                  <a16:creationId xmlns:a16="http://schemas.microsoft.com/office/drawing/2014/main" id="{B3BEAE80-CFF3-48F6-BAB1-BC8398EE7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4FC73DA-4897-2CC8-FC58-A49E63734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901" y="4716954"/>
            <a:ext cx="3960846" cy="19860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7FAD9D-3485-4BEC-3E46-07C4207EC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901" y="3337560"/>
            <a:ext cx="3960846" cy="130875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4676B60F-98A6-4A65-98EA-6E1CEB649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0389BEA-7799-4423-A728-AE2BF8E96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E398201-1204-4724-A20A-4F169B177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D91B5A2-B236-4592-8C80-71260263D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630FACA-D2FD-4E26-80A1-360C0CA132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0661DB5-ADF3-403D-82B2-271AB761B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946864B-CC35-4F10-8C0F-FBA8EA88E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4289C2F-6737-4F4A-AA7B-99532294BC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172090" cy="2865125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6" y="3724743"/>
            <a:ext cx="4172090" cy="245660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1. Fetch policy from API</a:t>
            </a:r>
          </a:p>
          <a:p>
            <a:pPr marL="0" indent="0">
              <a:buNone/>
            </a:pPr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2. Read device OEM log</a:t>
            </a:r>
          </a:p>
          <a:p>
            <a:pPr marL="0" indent="0">
              <a:buNone/>
            </a:pPr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3. Convert schema to key=value</a:t>
            </a:r>
          </a:p>
          <a:p>
            <a:pPr marL="0" indent="0">
              <a:buNone/>
            </a:pPr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4. Verify presence in device log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025158-ADCB-0E05-9E51-EAF13C2AC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159" y="2626271"/>
            <a:ext cx="3960846" cy="5563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85946E-DDC8-001E-DF7A-4CE7C21FE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2159" y="139573"/>
            <a:ext cx="3950587" cy="22509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Schema:</a:t>
            </a:r>
          </a:p>
          <a:p>
            <a:r>
              <a:t>statusbar_enabled = true</a:t>
            </a:r>
          </a:p>
          <a:p>
            <a:endParaRPr/>
          </a:p>
          <a:p>
            <a:r>
              <a:t>Device log:</a:t>
            </a:r>
          </a:p>
          <a:p>
            <a:r>
              <a:t>statusbar_enabled=true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to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Proof of policy enforcement</a:t>
            </a:r>
          </a:p>
          <a:p>
            <a:pPr marL="0" indent="0">
              <a:buNone/>
            </a:pPr>
            <a:r>
              <a:rPr dirty="0"/>
              <a:t>• No manual verification</a:t>
            </a:r>
          </a:p>
          <a:p>
            <a:pPr marL="0" indent="0">
              <a:buNone/>
            </a:pPr>
            <a:r>
              <a:rPr dirty="0"/>
              <a:t>• Scalable &amp; auditable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fa38fc0-7bae-4812-9156-dbed2cbf6f4b}" enabled="1" method="Standard" siteId="{c8c044fa-dcfe-4ff8-9b55-519855286d73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OEM Configuration Validation – Demo</vt:lpstr>
      <vt:lpstr>Problem</vt:lpstr>
      <vt:lpstr>Solution</vt:lpstr>
      <vt:lpstr>How It Works</vt:lpstr>
      <vt:lpstr>Example</vt:lpstr>
      <vt:lpstr>Value to Customer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Avisek Saha</dc:creator>
  <cp:keywords/>
  <dc:description>generated using python-pptx</dc:description>
  <cp:lastModifiedBy>Avisek Saha</cp:lastModifiedBy>
  <cp:revision>2</cp:revision>
  <dcterms:created xsi:type="dcterms:W3CDTF">2013-01-27T09:14:16Z</dcterms:created>
  <dcterms:modified xsi:type="dcterms:W3CDTF">2026-02-10T10:36:34Z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Confidential. Proprietary information that may not be used or disclosed outside of NEXA and its affiliates except pursuant to a written agreement. Copyright © NEXA. All rights reserved. </vt:lpwstr>
  </property>
</Properties>
</file>